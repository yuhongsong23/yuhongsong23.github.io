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ce33ea9f742fd" /><Relationship Type="http://schemas.openxmlformats.org/officeDocument/2006/relationships/extended-properties" Target="/docProps/app.xml" Id="Re2dee581e79c471d" /><Relationship Type="http://schemas.openxmlformats.org/officeDocument/2006/relationships/officeDocument" Target="/ppt/presentation.xml" Id="Rf98b9b5a87af48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53731267646e0"/>
  </p:sldMasterIdLst>
  <p:notesMasterIdLst>
    <p:notesMasterId xmlns:r="http://schemas.openxmlformats.org/officeDocument/2006/relationships" r:id="R4fc4b6f50a0a49a6"/>
  </p:notesMasterIdLst>
  <p:sldIdLst>
    <p:sldId xmlns:r="http://schemas.openxmlformats.org/officeDocument/2006/relationships" id="256" r:id="Rc75e8848a3174b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0f4291ab7a4f16" /><Relationship Type="http://schemas.openxmlformats.org/officeDocument/2006/relationships/slideMaster" Target="/ppt/slideMasters/slideMaster1.xml" Id="R7b853731267646e0" /><Relationship Type="http://schemas.openxmlformats.org/officeDocument/2006/relationships/notesMaster" Target="/ppt/notesMasters/notesMaster1.xml" Id="R4fc4b6f50a0a49a6" /><Relationship Type="http://schemas.openxmlformats.org/officeDocument/2006/relationships/presProps" Target="/ppt/presProps.xml" Id="R6560c38cd0e54cb5" /><Relationship Type="http://schemas.openxmlformats.org/officeDocument/2006/relationships/tableStyles" Target="/ppt/tableStyles.xml" Id="R0ffdf524a1824af8" /><Relationship Type="http://schemas.openxmlformats.org/officeDocument/2006/relationships/slide" Target="/ppt/slides/slide1.xml" Id="Rc75e8848a317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df3290b274d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0713b46174949" /><Relationship Type="http://schemas.openxmlformats.org/officeDocument/2006/relationships/notesMaster" Target="/ppt/notesMasters/notesMaster1.xml" Id="R5b829ac8dee5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b461df8914b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53be5c25b4c67" /><Relationship Type="http://schemas.openxmlformats.org/officeDocument/2006/relationships/slideLayout" Target="/ppt/slideLayouts/slideLayout1.xml" Id="Rf9d77936ce9341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77936ce9341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3ed688c984d2f" /><Relationship Type="http://schemas.openxmlformats.org/officeDocument/2006/relationships/image" Target="/ppt/media/image.png" Id="Reb568892197c4b50" /><Relationship Type="http://schemas.openxmlformats.org/officeDocument/2006/relationships/notesSlide" Target="/ppt/notesSlides/notesSlide1.xml" Id="Re53646785c3041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5D00062-678F-46C9-A1AD-00CA796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① 无噪声训练的 FT Gate 在真实噪声下是否仍然可靠？</a:t>
            </a:r>
          </a:p>
        </p:txBody>
      </p:sp>
      <p:sp>
        <p:nvSpPr>
          <p:cNvPr id="2" name="divider-88">
            <a:extLst xmlns:a="http://schemas.openxmlformats.org/drawingml/2006/main">
              <a:ext uri="{FF2B5EF4-FFF2-40B4-BE49-F238E27FC236}">
                <a16:creationId xmlns:a16="http://schemas.microsoft.com/office/drawing/2014/main" id="{4A6B37F1-AF1F-4A35-BD57-8564CF54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" name="rq-label">
            <a:extLst xmlns:a="http://schemas.openxmlformats.org/drawingml/2006/main">
              <a:ext uri="{FF2B5EF4-FFF2-40B4-BE49-F238E27FC236}">
                <a16:creationId xmlns:a16="http://schemas.microsoft.com/office/drawing/2014/main" id="{C453B7F4-2031-4B37-A2C2-51AC1FFA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产生的 Research Question</a:t>
            </a:r>
          </a:p>
        </p:txBody>
      </p:sp>
      <p:sp>
        <p:nvSpPr>
          <p:cNvPr id="4" name="rq">
            <a:extLst xmlns:a="http://schemas.openxmlformats.org/drawingml/2006/main">
              <a:ext uri="{FF2B5EF4-FFF2-40B4-BE49-F238E27FC236}">
                <a16:creationId xmlns:a16="http://schemas.microsoft.com/office/drawing/2014/main" id="{E08BAD74-6A20-44F0-9E07-23AEFAF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RQ1：在无噪声环境中训练出的 FT gates，放到有噪声环境中推理时会怎样？</a:t>
            </a:r>
          </a:p>
        </p:txBody>
      </p:sp>
      <p:sp>
        <p:nvSpPr>
          <p:cNvPr id="5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A65AF641-C178-4341-92E6-D71287B2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实验设计</a:t>
            </a:r>
          </a:p>
        </p:txBody>
      </p:sp>
      <p:sp>
        <p:nvSpPr>
          <p:cNvPr id="6" name="experiment">
            <a:extLst xmlns:a="http://schemas.openxmlformats.org/drawingml/2006/main">
              <a:ext uri="{FF2B5EF4-FFF2-40B4-BE49-F238E27FC236}">
                <a16:creationId xmlns:a16="http://schemas.microsoft.com/office/drawing/2014/main" id="{23C8F7FC-5F89-4077-900C-01CB413F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111"/>
                </a:solidFill>
              </a:defRPr>
            </a:pPr>
            <a:r>
              <a:rPr sz="1575">
                <a:solidFill>
                  <a:srgbClr val="111111"/>
                </a:solidFill>
              </a:rPr>
              <a:t>用 7-qubit Steane code 训练无噪声 FT H gate；随后在 ibm_quebec 的 20 个噪声水平上推理，并用 1000 个测试样本的 AFE 衡量门保真误差。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68892197c4b50"/>
          <a:stretch xmlns:a="http://schemas.openxmlformats.org/drawingml/2006/main"/>
        </p:blipFill>
        <p:spPr>
          <a:xfrm xmlns:a="http://schemas.openxmlformats.org/drawingml/2006/main">
            <a:off x="3252542" y="2590800"/>
            <a:ext cx="5686916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202FB900-0DDD-452E-93E3-74B8EA9A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76875"/>
            <a:ext cx="834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图：无噪声训练的 FT H gate 在 20 个噪声水平下的推理结果，纵轴为 Average Fidelity Error。</a:t>
            </a:r>
          </a:p>
        </p:txBody>
      </p:sp>
      <p:sp>
        <p:nvSpPr>
          <p:cNvPr id="9" name="divider-610">
            <a:extLst xmlns:a="http://schemas.openxmlformats.org/drawingml/2006/main">
              <a:ext uri="{FF2B5EF4-FFF2-40B4-BE49-F238E27FC236}">
                <a16:creationId xmlns:a16="http://schemas.microsoft.com/office/drawing/2014/main" id="{66E13688-13A4-4656-BE9C-28F89031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analysis-label">
            <a:extLst xmlns:a="http://schemas.openxmlformats.org/drawingml/2006/main">
              <a:ext uri="{FF2B5EF4-FFF2-40B4-BE49-F238E27FC236}">
                <a16:creationId xmlns:a16="http://schemas.microsoft.com/office/drawing/2014/main" id="{F88679DD-8104-4EC4-9D7E-2DA3056C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结果分析</a:t>
            </a:r>
          </a:p>
        </p:txBody>
      </p:sp>
      <p:sp>
        <p:nvSpPr>
          <p:cNvPr id="11" name="analysis">
            <a:extLst xmlns:a="http://schemas.openxmlformats.org/drawingml/2006/main">
              <a:ext uri="{FF2B5EF4-FFF2-40B4-BE49-F238E27FC236}">
                <a16:creationId xmlns:a16="http://schemas.microsoft.com/office/drawing/2014/main" id="{E3588E9F-C2C9-49DF-A94E-9298B7EF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12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噪声越强，AFE 越高：从无噪声下约 10^-7，上升到 10^-5，最高到 10^-2。结论是，无噪声训练出的 FT gate 对实际噪声不鲁棒，不能直接支撑 FT quantum circuit。</a:t>
            </a:r>
          </a:p>
        </p:txBody>
      </p:sp>
    </p:spTree>
    <p:extLst>
      <p:ext uri="{BB962C8B-B14F-4D97-AF65-F5344CB8AC3E}">
        <p14:creationId xmlns:p14="http://schemas.microsoft.com/office/powerpoint/2010/main" val="908803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2026-08-08T08:57:56.6470000Z</dcterms:created>
  <dcterms:modified xsi:type="dcterms:W3CDTF">2026-08-08T08:57:56.6470000Z</dcterms:modified>
</coreProperties>
</file>
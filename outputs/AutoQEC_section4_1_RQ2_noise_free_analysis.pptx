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01519dbb240e4" /><Relationship Type="http://schemas.openxmlformats.org/officeDocument/2006/relationships/extended-properties" Target="/docProps/app.xml" Id="Rda22271a73d34482" /><Relationship Type="http://schemas.openxmlformats.org/officeDocument/2006/relationships/officeDocument" Target="/ppt/presentation.xml" Id="Rc38f1882d626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aa77b67db49ec"/>
  </p:sldMasterIdLst>
  <p:notesMasterIdLst>
    <p:notesMasterId xmlns:r="http://schemas.openxmlformats.org/officeDocument/2006/relationships" r:id="Re201b92c27c645d8"/>
  </p:notesMasterIdLst>
  <p:sldIdLst>
    <p:sldId xmlns:r="http://schemas.openxmlformats.org/officeDocument/2006/relationships" id="256" r:id="R5a0ee393c080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92ea68ed154e31" /><Relationship Type="http://schemas.openxmlformats.org/officeDocument/2006/relationships/slideMaster" Target="/ppt/slideMasters/slideMaster1.xml" Id="Raafaa77b67db49ec" /><Relationship Type="http://schemas.openxmlformats.org/officeDocument/2006/relationships/notesMaster" Target="/ppt/notesMasters/notesMaster1.xml" Id="Re201b92c27c645d8" /><Relationship Type="http://schemas.openxmlformats.org/officeDocument/2006/relationships/presProps" Target="/ppt/presProps.xml" Id="R411c7a58beb4456e" /><Relationship Type="http://schemas.openxmlformats.org/officeDocument/2006/relationships/tableStyles" Target="/ppt/tableStyles.xml" Id="R7bb9ba979d654b02" /><Relationship Type="http://schemas.openxmlformats.org/officeDocument/2006/relationships/slide" Target="/ppt/slides/slide1.xml" Id="R5a0ee393c080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e87640fb04d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ef913f4620431c" /><Relationship Type="http://schemas.openxmlformats.org/officeDocument/2006/relationships/notesMaster" Target="/ppt/notesMasters/notesMaster1.xml" Id="Rfa9c583d97e643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a270649534e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05084e6cf74a55" /><Relationship Type="http://schemas.openxmlformats.org/officeDocument/2006/relationships/slideLayout" Target="/ppt/slideLayouts/slideLayout1.xml" Id="Rd6d424f0acc9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424f0acc9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df80cd8a54ea6" /><Relationship Type="http://schemas.openxmlformats.org/officeDocument/2006/relationships/image" Target="/ppt/media/image.png" Id="R4bb6cc1da2e14e77" /><Relationship Type="http://schemas.openxmlformats.org/officeDocument/2006/relationships/notesSlide" Target="/ppt/notesSlides/notesSlide1.xml" Id="R099bd670e6644b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222ED99-556F-4073-8C08-E57F93A6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② 为什么无噪声训练的 FT Gate 连 1 个物理错误都难以容忍？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036FB77C-6E5C-4D01-9C59-82883A8A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transition">
            <a:extLst xmlns:a="http://schemas.openxmlformats.org/drawingml/2006/main">
              <a:ext uri="{FF2B5EF4-FFF2-40B4-BE49-F238E27FC236}">
                <a16:creationId xmlns:a16="http://schemas.microsoft.com/office/drawing/2014/main" id="{C51EF5E3-83B5-4D34-A046-CECA9419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上一页发现：无噪声训练出的 FT H gate 在真实噪声下 AFE 明显升高。接下来要解释，这个低保真到底是不是因为推理时错误太多。</a:t>
            </a:r>
          </a:p>
        </p:txBody>
      </p:sp>
      <p:sp>
        <p:nvSpPr>
          <p:cNvPr id="4" name="rq-label">
            <a:extLst xmlns:a="http://schemas.openxmlformats.org/drawingml/2006/main">
              <a:ext uri="{FF2B5EF4-FFF2-40B4-BE49-F238E27FC236}">
                <a16:creationId xmlns:a16="http://schemas.microsoft.com/office/drawing/2014/main" id="{F8E24FC9-E9B1-4F33-BDAB-7E87F8DB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产生的 Research Question</a:t>
            </a:r>
          </a:p>
        </p:txBody>
      </p:sp>
      <p:sp>
        <p:nvSpPr>
          <p:cNvPr id="5" name="rq">
            <a:extLst xmlns:a="http://schemas.openxmlformats.org/drawingml/2006/main">
              <a:ext uri="{FF2B5EF4-FFF2-40B4-BE49-F238E27FC236}">
                <a16:creationId xmlns:a16="http://schemas.microsoft.com/office/drawing/2014/main" id="{CF10AA5A-A881-4AF0-9044-A7BF13D7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RQ2：无噪声训练得到的 FT gate，为什么在有噪声环境中无法可靠执行？</a:t>
            </a:r>
          </a:p>
        </p:txBody>
      </p:sp>
      <p:sp>
        <p:nvSpPr>
          <p:cNvPr id="6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E9FF04D3-A48E-4F02-9F21-17C5D07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实验设计</a:t>
            </a:r>
          </a:p>
        </p:txBody>
      </p:sp>
      <p:sp>
        <p:nvSpPr>
          <p:cNvPr id="7" name="experiment">
            <a:extLst xmlns:a="http://schemas.openxmlformats.org/drawingml/2006/main">
              <a:ext uri="{FF2B5EF4-FFF2-40B4-BE49-F238E27FC236}">
                <a16:creationId xmlns:a16="http://schemas.microsoft.com/office/drawing/2014/main" id="{797D00EE-8266-4BBF-B8A6-59478DA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选取 noise level 1 和 19，统计 1000 次推理中出现的 Pauli error 数量；再按错误数量分别计算 AFE，并用电路状态演化分析 virtual error。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6cc1da2e14e77"/>
          <a:stretch xmlns:a="http://schemas.openxmlformats.org/drawingml/2006/main"/>
        </p:blipFill>
        <p:spPr>
          <a:xfrm xmlns:a="http://schemas.openxmlformats.org/drawingml/2006/main">
            <a:off x="3554913" y="3105150"/>
            <a:ext cx="5082175" cy="2343150"/>
          </a:xfrm>
          <a:prstGeom xmlns:a="http://schemas.openxmlformats.org/drawingml/2006/main" prst="rect">
            <a:avLst/>
          </a:prstGeom>
        </p:spPr>
      </p:pic>
      <p:sp>
        <p:nvSpPr>
          <p:cNvPr id="9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B3BFC305-BA7A-43BF-A114-89E8970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图：左侧统计不同物理错误数量下的 AFE；右侧说明无噪声训练的 FT gate 自身会引入 virtual error。</a:t>
            </a:r>
          </a:p>
        </p:txBody>
      </p:sp>
      <p:sp>
        <p:nvSpPr>
          <p:cNvPr id="10" name="divider-610">
            <a:extLst xmlns:a="http://schemas.openxmlformats.org/drawingml/2006/main">
              <a:ext uri="{FF2B5EF4-FFF2-40B4-BE49-F238E27FC236}">
                <a16:creationId xmlns:a16="http://schemas.microsoft.com/office/drawing/2014/main" id="{832B1FE0-0367-45BB-804E-0B098774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1D37E40E-A4FE-426B-87AB-AB138E9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结果分析</a:t>
            </a:r>
          </a:p>
        </p:txBody>
      </p:sp>
      <p:sp>
        <p:nvSpPr>
          <p:cNvPr id="12" name="analysis">
            <a:extLst xmlns:a="http://schemas.openxmlformats.org/drawingml/2006/main">
              <a:ext uri="{FF2B5EF4-FFF2-40B4-BE49-F238E27FC236}">
                <a16:creationId xmlns:a16="http://schemas.microsoft.com/office/drawing/2014/main" id="{5DDCA1A6-E603-47B3-A1F7-8C8EC4E3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关键不是“错误太多”，而是 FT gate 先自带 virtual error；再叠加 1 个 physical error 后，总错误超过 Steane code 的纠错能力。因此无噪声训练的 FT gate 本身不够准确。</a:t>
            </a:r>
          </a:p>
        </p:txBody>
      </p:sp>
    </p:spTree>
    <p:extLst>
      <p:ext uri="{BB962C8B-B14F-4D97-AF65-F5344CB8AC3E}">
        <p14:creationId xmlns:p14="http://schemas.microsoft.com/office/powerpoint/2010/main" val="453111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2026-08-08T09:09:19.4120000Z</dcterms:created>
  <dcterms:modified xsi:type="dcterms:W3CDTF">2026-08-08T09:09:19.4120000Z</dcterms:modified>
</coreProperties>
</file>
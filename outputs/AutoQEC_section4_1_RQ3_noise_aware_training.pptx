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4d0ca84a8e4010" /><Relationship Type="http://schemas.openxmlformats.org/officeDocument/2006/relationships/extended-properties" Target="/docProps/app.xml" Id="R93cbd4400ab943e8" /><Relationship Type="http://schemas.openxmlformats.org/officeDocument/2006/relationships/officeDocument" Target="/ppt/presentation.xml" Id="Rd5e97955834148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a54964427e4fb6"/>
  </p:sldMasterIdLst>
  <p:notesMasterIdLst>
    <p:notesMasterId xmlns:r="http://schemas.openxmlformats.org/officeDocument/2006/relationships" r:id="Rd988d2597ace42f9"/>
  </p:notesMasterIdLst>
  <p:sldIdLst>
    <p:sldId xmlns:r="http://schemas.openxmlformats.org/officeDocument/2006/relationships" id="256" r:id="R762c743434e447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b9b6eff16d4276" /><Relationship Type="http://schemas.openxmlformats.org/officeDocument/2006/relationships/slideMaster" Target="/ppt/slideMasters/slideMaster1.xml" Id="Rc1a54964427e4fb6" /><Relationship Type="http://schemas.openxmlformats.org/officeDocument/2006/relationships/notesMaster" Target="/ppt/notesMasters/notesMaster1.xml" Id="Rd988d2597ace42f9" /><Relationship Type="http://schemas.openxmlformats.org/officeDocument/2006/relationships/presProps" Target="/ppt/presProps.xml" Id="Rb02055a5721f4f2c" /><Relationship Type="http://schemas.openxmlformats.org/officeDocument/2006/relationships/tableStyles" Target="/ppt/tableStyles.xml" Id="R6357066fc82a4677" /><Relationship Type="http://schemas.openxmlformats.org/officeDocument/2006/relationships/slide" Target="/ppt/slides/slide1.xml" Id="R762c743434e447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bf19958a834c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59e4beb41149e7" /><Relationship Type="http://schemas.openxmlformats.org/officeDocument/2006/relationships/notesMaster" Target="/ppt/notesMasters/notesMaster1.xml" Id="R0be5e82869d543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2b728622614a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f5266b6e5a4ec3" /><Relationship Type="http://schemas.openxmlformats.org/officeDocument/2006/relationships/slideLayout" Target="/ppt/slideLayouts/slideLayout1.xml" Id="R3a29b52e8d3646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29b52e8d3646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ed0864aa624bd7" /><Relationship Type="http://schemas.openxmlformats.org/officeDocument/2006/relationships/image" Target="/ppt/media/image.png" Id="R618139fd5ec246cd" /><Relationship Type="http://schemas.openxmlformats.org/officeDocument/2006/relationships/notesSlide" Target="/ppt/notesSlides/notesSlide1.xml" Id="Rc8289416e36c44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B25173C4-3EA2-4A48-93D0-33424593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111"/>
                </a:solidFill>
              </a:defRPr>
            </a:pPr>
            <a:r>
              <a:rPr sz="2475" b="1">
                <a:solidFill>
                  <a:srgbClr val="111111"/>
                </a:solidFill>
              </a:rPr>
              <a:t>③ 把噪声放进训练，能不能消除 virtual error？</a:t>
            </a:r>
          </a:p>
        </p:txBody>
      </p:sp>
      <p:sp>
        <p:nvSpPr>
          <p:cNvPr id="2" name="divider-88">
            <a:extLst xmlns:a="http://schemas.openxmlformats.org/drawingml/2006/main">
              <a:ext uri="{FF2B5EF4-FFF2-40B4-BE49-F238E27FC236}">
                <a16:creationId xmlns:a16="http://schemas.microsoft.com/office/drawing/2014/main" id="{258679EE-5FB7-429E-8BE9-AEA65636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" name="transition">
            <a:extLst xmlns:a="http://schemas.openxmlformats.org/drawingml/2006/main">
              <a:ext uri="{FF2B5EF4-FFF2-40B4-BE49-F238E27FC236}">
                <a16:creationId xmlns:a16="http://schemas.microsoft.com/office/drawing/2014/main" id="{1CFD5879-459C-4DE4-8259-4C58B617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42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333333"/>
                </a:solidFill>
              </a:defRPr>
            </a:pPr>
            <a:r>
              <a:rPr sz="1463">
                <a:solidFill>
                  <a:srgbClr val="333333"/>
                </a:solidFill>
              </a:rPr>
              <a:t>上一页说明：无噪声训练的 FT gate 自带 virtual error，遇到 physical error 后就超过纠错能力。因此自然想到：训练时就加入噪声，让 FT gate 学会适应噪声。</a:t>
            </a:r>
          </a:p>
        </p:txBody>
      </p:sp>
      <p:sp>
        <p:nvSpPr>
          <p:cNvPr id="4" name="rq-label">
            <a:extLst xmlns:a="http://schemas.openxmlformats.org/drawingml/2006/main">
              <a:ext uri="{FF2B5EF4-FFF2-40B4-BE49-F238E27FC236}">
                <a16:creationId xmlns:a16="http://schemas.microsoft.com/office/drawing/2014/main" id="{0302D4CD-712B-4C65-9CE1-50292EEC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产生的 Research Question</a:t>
            </a:r>
          </a:p>
        </p:txBody>
      </p:sp>
      <p:sp>
        <p:nvSpPr>
          <p:cNvPr id="5" name="rq">
            <a:extLst xmlns:a="http://schemas.openxmlformats.org/drawingml/2006/main">
              <a:ext uri="{FF2B5EF4-FFF2-40B4-BE49-F238E27FC236}">
                <a16:creationId xmlns:a16="http://schemas.microsoft.com/office/drawing/2014/main" id="{BC85E887-DF5B-4BCF-ACF7-C217863B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RQ3：noise-aware training 能否增强 FT gate 对特定噪声条件的鲁棒性？</a:t>
            </a:r>
          </a:p>
        </p:txBody>
      </p:sp>
      <p:sp>
        <p:nvSpPr>
          <p:cNvPr id="6" name="experiment-label">
            <a:extLst xmlns:a="http://schemas.openxmlformats.org/drawingml/2006/main">
              <a:ext uri="{FF2B5EF4-FFF2-40B4-BE49-F238E27FC236}">
                <a16:creationId xmlns:a16="http://schemas.microsoft.com/office/drawing/2014/main" id="{8A5D803B-415E-4AF6-A42D-5877A74C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实验设计</a:t>
            </a:r>
          </a:p>
        </p:txBody>
      </p:sp>
      <p:sp>
        <p:nvSpPr>
          <p:cNvPr id="7" name="experiment">
            <a:extLst xmlns:a="http://schemas.openxmlformats.org/drawingml/2006/main">
              <a:ext uri="{FF2B5EF4-FFF2-40B4-BE49-F238E27FC236}">
                <a16:creationId xmlns:a16="http://schemas.microsoft.com/office/drawing/2014/main" id="{C0CFB723-FA58-4894-864D-E75262C7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81275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用 ibm_quebec 的不同噪声水平训练 Steane code 的 FT H gate；再分别在无噪声环境和对应噪声环境中测试 AFE，并统计推理阶段的 Pauli error 数量。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8139fd5ec246cd"/>
          <a:stretch xmlns:a="http://schemas.openxmlformats.org/drawingml/2006/main"/>
        </p:blipFill>
        <p:spPr>
          <a:xfrm xmlns:a="http://schemas.openxmlformats.org/drawingml/2006/main">
            <a:off x="3032317" y="3105150"/>
            <a:ext cx="6127366" cy="2343150"/>
          </a:xfrm>
          <a:prstGeom xmlns:a="http://schemas.openxmlformats.org/drawingml/2006/main" prst="rect">
            <a:avLst/>
          </a:prstGeom>
        </p:spPr>
      </p:pic>
      <p:sp>
        <p:nvSpPr>
          <p:cNvPr id="9" name="figure-caption">
            <a:extLst xmlns:a="http://schemas.openxmlformats.org/drawingml/2006/main">
              <a:ext uri="{FF2B5EF4-FFF2-40B4-BE49-F238E27FC236}">
                <a16:creationId xmlns:a16="http://schemas.microsoft.com/office/drawing/2014/main" id="{98DB225B-171D-4376-85DF-89BC3837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76875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333333"/>
                </a:solidFill>
              </a:defRPr>
            </a:pPr>
            <a:r>
              <a:rPr sz="1125">
                <a:solidFill>
                  <a:srgbClr val="333333"/>
                </a:solidFill>
              </a:rPr>
              <a:t>图：左侧统计推理中的 Pauli error 数量；右侧比较无噪声评估和对应噪声评估下的 AFE。</a:t>
            </a:r>
          </a:p>
        </p:txBody>
      </p:sp>
      <p:sp>
        <p:nvSpPr>
          <p:cNvPr id="10" name="divider-610">
            <a:extLst xmlns:a="http://schemas.openxmlformats.org/drawingml/2006/main">
              <a:ext uri="{FF2B5EF4-FFF2-40B4-BE49-F238E27FC236}">
                <a16:creationId xmlns:a16="http://schemas.microsoft.com/office/drawing/2014/main" id="{D5713567-BA23-40EC-80EF-AB55CFCE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1" name="analysis-label">
            <a:extLst xmlns:a="http://schemas.openxmlformats.org/drawingml/2006/main">
              <a:ext uri="{FF2B5EF4-FFF2-40B4-BE49-F238E27FC236}">
                <a16:creationId xmlns:a16="http://schemas.microsoft.com/office/drawing/2014/main" id="{42528FDA-ECD5-4A30-BA75-1EA24C36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结果分析</a:t>
            </a:r>
          </a:p>
        </p:txBody>
      </p:sp>
      <p:sp>
        <p:nvSpPr>
          <p:cNvPr id="12" name="analysis">
            <a:extLst xmlns:a="http://schemas.openxmlformats.org/drawingml/2006/main">
              <a:ext uri="{FF2B5EF4-FFF2-40B4-BE49-F238E27FC236}">
                <a16:creationId xmlns:a16="http://schemas.microsoft.com/office/drawing/2014/main" id="{40E0E3B8-EFF3-4817-BB17-0235F0DB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924550"/>
            <a:ext cx="912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38" b="1">
                <a:solidFill>
                  <a:srgbClr val="111111"/>
                </a:solidFill>
              </a:defRPr>
            </a:pPr>
            <a:r>
              <a:rPr sz="1538" b="1">
                <a:solidFill>
                  <a:srgbClr val="111111"/>
                </a:solidFill>
              </a:rPr>
              <a:t>低噪声训练时，virtual error 仍然存在，噪声测试下 AFE 明显变差；较高噪声水平 16-17 下，FT gate 同时适应理想环境和单错误环境。结论：noise-aware training 有希望，但强依赖合适噪声水平。</a:t>
            </a:r>
          </a:p>
        </p:txBody>
      </p:sp>
    </p:spTree>
    <p:extLst>
      <p:ext uri="{BB962C8B-B14F-4D97-AF65-F5344CB8AC3E}">
        <p14:creationId xmlns:p14="http://schemas.microsoft.com/office/powerpoint/2010/main" val="20012570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2026-08-08T09:17:11.1760000Z</dcterms:created>
  <dcterms:modified xsi:type="dcterms:W3CDTF">2026-08-08T09:17:11.1760000Z</dcterms:modified>
</coreProperties>
</file>